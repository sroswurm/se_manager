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8" r:id="rId4"/>
    <p:sldId id="269" r:id="rId5"/>
    <p:sldId id="261" r:id="rId6"/>
    <p:sldId id="262" r:id="rId7"/>
    <p:sldId id="270" r:id="rId8"/>
    <p:sldId id="267" r:id="rId9"/>
    <p:sldId id="264" r:id="rId10"/>
    <p:sldId id="258" r:id="rId11"/>
    <p:sldId id="259" r:id="rId12"/>
    <p:sldId id="271" r:id="rId13"/>
    <p:sldId id="25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B879371C-7440-C812-90D9-267838E10062}">
          <p14:sldIdLst>
            <p14:sldId id="256"/>
            <p14:sldId id="265"/>
            <p14:sldId id="268"/>
            <p14:sldId id="269"/>
            <p14:sldId id="261"/>
            <p14:sldId id="262"/>
            <p14:sldId id="270"/>
            <p14:sldId id="267"/>
            <p14:sldId id="264"/>
            <p14:sldId id="258"/>
            <p14:sldId id="259"/>
            <p14:sldId id="271"/>
            <p14:sldId id="257"/>
          </p14:sldIdLst>
        </p14:section>
        <p14:section name="What it manages" id="{6A0469EC-BEEB-E982-33A3-4919AB060622}">
          <p14:sldIdLst/>
        </p14:section>
        <p14:section name="Demo" id="{60B6ED3D-6FB2-3B94-F103-D8012A98F3E6}">
          <p14:sldIdLst/>
        </p14:section>
        <p14:section name="Value" id="{FDF36D24-5A99-C7A5-8262-FBAEDA2BECD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508" autoAdjust="0"/>
  </p:normalViewPr>
  <p:slideViewPr>
    <p:cSldViewPr snapToGrid="0" snapToObjects="1">
      <p:cViewPr varScale="1">
        <p:scale>
          <a:sx n="72" d="100"/>
          <a:sy n="72" d="100"/>
        </p:scale>
        <p:origin x="1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66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small structural firm runs two businesses: the engineering, and everything around it. Leads, clients, project numbers, folders, proposals, who owes what. Most of us run that second business out of an inbox, a spreadsheet and memory. SE Manager puts it in one place. Let me show you what that looks like. (About 15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87B2-EA80-4F6C-94A8-04C644D872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44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87B2-EA80-4F6C-94A8-04C644D872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5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Brett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87B2-EA80-4F6C-94A8-04C644D872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01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87B2-EA80-4F6C-94A8-04C644D872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87B2-EA80-4F6C-94A8-04C644D872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6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502920"/>
            <a:ext cx="1082009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5989320"/>
            <a:ext cx="9966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777240"/>
            <a:ext cx="1082009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234440"/>
            <a:ext cx="10820095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_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777240"/>
            <a:ext cx="1082009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3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234440"/>
            <a:ext cx="1082009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A382-EFAA-20C0-1637-559294518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5C760-E8DE-9EA2-E9C6-2C6940A73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0B74A-2817-0906-E563-450C9A2B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CB289-4EDE-4859-B49B-39F7B0D9AAC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AED3-5999-3602-CE94-27FB39EC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5C91-3255-6EF9-EC18-CED04661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E8D-19D1-49C9-A8C2-23FEB1211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15FD-EDB6-A778-3C7E-B09D0402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C5F53-0AA2-59E0-9EF7-1599031C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6C390-E16C-B671-E857-46988127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CB289-4EDE-4859-B49B-39F7B0D9AAC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09F78-661F-4C4D-D7BB-5260C99A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48737-E1B6-2350-0797-AFB479D0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E8D-19D1-49C9-A8C2-23FEB1211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5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777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SE MANAGER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234440"/>
            <a:ext cx="108200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BUSINESS SIDE</a:t>
            </a:r>
            <a:endParaRPr lang="en-US" sz="5600" dirty="0"/>
          </a:p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PRACTICE</a:t>
            </a:r>
            <a:endParaRPr lang="en-US" sz="5600" dirty="0"/>
          </a:p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PLACE</a:t>
            </a:r>
            <a:endParaRPr lang="en-US" sz="5600" dirty="0"/>
          </a:p>
        </p:txBody>
      </p:sp>
      <p:sp>
        <p:nvSpPr>
          <p:cNvPr id="4" name="subtitle"/>
          <p:cNvSpPr txBox="1"/>
          <p:nvPr/>
        </p:nvSpPr>
        <p:spPr>
          <a:xfrm>
            <a:off x="685800" y="39776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for the small structural firm. Leads, clients, projects, folders, proposals and pipeline, captured once and kept in one record.</a:t>
            </a:r>
            <a:endParaRPr lang="en-US" sz="2200" dirty="0"/>
          </a:p>
        </p:txBody>
      </p:sp>
      <p:sp>
        <p:nvSpPr>
          <p:cNvPr id="5" name="byline"/>
          <p:cNvSpPr txBox="1"/>
          <p:nvPr/>
        </p:nvSpPr>
        <p:spPr>
          <a:xfrm>
            <a:off x="685800" y="5989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 MGMT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1A700-5418-C18E-D41F-A4216E92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70"/>
            <a:ext cx="12192000" cy="64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06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AB96B-415C-7D27-23F7-1EAF5F06F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0" y="685800"/>
            <a:ext cx="1184434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1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93E440-5967-6A98-EB73-60395418E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6" y="471555"/>
            <a:ext cx="11837008" cy="51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FF8375-58ED-2464-456F-A491B1146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96" y="590404"/>
            <a:ext cx="11837008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3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02E4E0-3763-B41E-A962-67976F4A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28" y="666608"/>
            <a:ext cx="11563944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8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0AA1CF-407D-8609-4B52-0E95CF0A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2" y="440651"/>
            <a:ext cx="1157029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6768C-1B77-8788-4943-8284A01DF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6" y="504674"/>
            <a:ext cx="11627448" cy="58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1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4F3348-CE94-6C6B-FFDD-2CEA8733D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910"/>
            <a:ext cx="12192000" cy="373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7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E76BE7-E1B5-7E6F-FE67-BF03207C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088"/>
            <a:ext cx="12192000" cy="649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2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10DF0E-7767-1A7C-1ECE-F63BE931E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6" y="133985"/>
            <a:ext cx="12116054" cy="68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2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98D5-14E7-8D0F-F5D9-AF31150F39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C33DA-ECE5-2DB4-1039-432D36AC0F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938BB-390F-E762-04A5-255F1995C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507"/>
            <a:ext cx="12192000" cy="651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3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70C6-CC20-313B-9068-5AAD38E0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8B6E-7F7E-A995-9E3B-330CE394BA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D4242-81E7-8FAC-E8DD-D4ED40164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54314-4E62-AEE2-AAAD-760791203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88093" cy="680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60555"/>
      </p:ext>
    </p:extLst>
  </p:cSld>
  <p:clrMapOvr>
    <a:masterClrMapping/>
  </p:clrMapOvr>
</p:sld>
</file>

<file path=ppt/theme/theme1.xml><?xml version="1.0" encoding="utf-8"?>
<a:theme xmlns:a="http://schemas.openxmlformats.org/drawingml/2006/main" name="SE Manager">
  <a:themeElements>
    <a:clrScheme name="SE Manager">
      <a:dk1>
        <a:srgbClr val="14213D"/>
      </a:dk1>
      <a:lt1>
        <a:srgbClr val="FFFFFF"/>
      </a:lt1>
      <a:dk2>
        <a:srgbClr val="4A5568"/>
      </a:dk2>
      <a:lt2>
        <a:srgbClr val="F7F5F0"/>
      </a:lt2>
      <a:accent1>
        <a:srgbClr val="D9772B"/>
      </a:accent1>
      <a:accent2>
        <a:srgbClr val="BFC8D8"/>
      </a:accent2>
      <a:accent3>
        <a:srgbClr val="D8D3C8"/>
      </a:accent3>
      <a:accent4>
        <a:srgbClr val="3A4A6B"/>
      </a:accent4>
      <a:accent5>
        <a:srgbClr val="2B3A5C"/>
      </a:accent5>
      <a:accent6>
        <a:srgbClr val="8A94A6"/>
      </a:accent6>
      <a:hlink>
        <a:srgbClr val="D9772B"/>
      </a:hlink>
      <a:folHlink>
        <a:srgbClr val="8A94A6"/>
      </a:folHlink>
    </a:clrScheme>
    <a:fontScheme name="SE Mana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124</Words>
  <Application>Microsoft Office PowerPoint</Application>
  <PresentationFormat>Widescreen</PresentationFormat>
  <Paragraphs>17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SE Manager</vt:lpstr>
      <vt:lpstr>RUN THE BUSINESS SIDE OF YOUR PRACTICE FROM ONE PLACE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Manager Pitch</dc:title>
  <dc:subject>PptxGenJS Presentation</dc:subject>
  <dc:creator>Brett Eisenhauer, PE</dc:creator>
  <cp:lastModifiedBy>Seth Roswurm</cp:lastModifiedBy>
  <cp:revision>5</cp:revision>
  <dcterms:created xsi:type="dcterms:W3CDTF">2026-10-27T22:47:59Z</dcterms:created>
  <dcterms:modified xsi:type="dcterms:W3CDTF">2026-10-27T23:45:52Z</dcterms:modified>
</cp:coreProperties>
</file>